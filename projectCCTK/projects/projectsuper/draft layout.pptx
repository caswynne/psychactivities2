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11:38:56.5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0 517 9830 0 0,'4'0'78'0'0,"0"0"29"0"0,0 0 1 0 0,0 0-1 0 0,0 0 0 0 0,-1 0 0 0 0,1-1 1 0 0,0 0-1 0 0,0 0 0 0 0,-1 0 1 0 0,1 0-1 0 0,0 0 0 0 0,6-5 0 0 0,-12 6-107 0 0,-9 2 273 0 0,63-4 820 0 0,154-38 2858 0 0,65-13 1295 0 0,-91 16-5926 0 0,110-28-3482 0 0,65-13 3222 0 0,-55 37 4855 0 0,-252 39-3315 0 0,-36 2-361 0 0,0-1 0 0 0,16-2-1 0 0,30-7 485 0 0,-24 5-10 0 0,34-10 1 0 0,13-2 439 0 0,-39 10-636 0 0,-49 8-398 0 0,1-1 1 0 0,0 1-1 0 0,0-1 1 0 0,-1 0-1 0 0,-9-1 0 0 0,4-2-45 0 0,0 0-1 0 0,0-1 0 0 0,-21-10 0 0 0,19 8 16 0 0,-26-8 0 0 0,18 9-89 0 0,1-1 0 0 0,0-1 0 0 0,0-1 0 0 0,-25-14 0 0 0,26 4-404 0 0,18 16 342 0 0,0-1-1 0 0,0 1 1 0 0,0 0-1 0 0,0 0 1 0 0,0 0-1 0 0,-1 1 1 0 0,1-1-1 0 0,0 0 1 0 0,-1 1-1 0 0,-3-2 1 0 0,17 4-164 0 0,9 2 294 0 0,16 11 2 0 0,102 44 167 0 0,-106-44-125 0 0,58 18-1 0 0,-79-29-85 0 0,0-1 0 0 0,1 0-1 0 0,-1 0 1 0 0,0-1 0 0 0,16-1-1 0 0,-10 5-3 0 0,-14-5-22 0 0,-3 2 0 0 0,-16 0 26 0 0,-32 9 60 0 0,1 3 0 0 0,0 2 0 0 0,1 2 0 0 0,1 1 0 0 0,-72 45 1 0 0,105-57-87 0 0,-26 16 0 0 0,35-22 0 0 0,1 1 0 0 0,0 0 0 0 0,-1 0 0 0 0,1 0 0 0 0,0 0 0 0 0,0 1 0 0 0,0-1 0 0 0,0 1 0 0 0,1-1 0 0 0,-1 1 0 0 0,-1 3 0 0 0,2 1 0 0 0,1-7 0 0 0,0 0 0 0 0,0 0 0 0 0,0 1 0 0 0,0-1 0 0 0,0 0 0 0 0,-1 1 0 0 0,1-1 0 0 0,0 0 0 0 0,0 1 0 0 0,0-1 0 0 0,0 0 0 0 0,0 0 0 0 0,0 1 0 0 0,0-1 0 0 0,-1 0 0 0 0,1 1 0 0 0,0-1 0 0 0,0 0 0 0 0,0 0 0 0 0,-1 0 0 0 0,1 1 0 0 0,0-1 0 0 0,0 0 0 0 0,-1 0 0 0 0,1 1 0 0 0,-1-1 0 0 0,0 0 0 0 0,0-2 0 0 0,-6-7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4T11:41:52.2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6 684 9830 0 0,'0'0'11'0'0,"-1"-1"-1"0"0,1 0 1 0 0,-1 1-1 0 0,1-1 1 0 0,-1 1 0 0 0,1-1-1 0 0,0 0 1 0 0,-1 1-1 0 0,1-1 1 0 0,0 0 0 0 0,-1 1-1 0 0,1-1 1 0 0,0 0-1 0 0,0 0 1 0 0,0 1-1 0 0,0-1 1 0 0,0 0 0 0 0,0 0-1 0 0,0 1 1 0 0,0-1-1 0 0,0 0 1 0 0,0 0 0 0 0,0 1-1 0 0,0-1 1 0 0,0 0-1 0 0,0 0 1 0 0,1 1-1 0 0,-1-1 1 0 0,0 0 0 0 0,1 1-1 0 0,-1-1 1 0 0,0 0-1 0 0,1 1 1 0 0,-1-1-1 0 0,1 1 1 0 0,-1-1 0 0 0,1 1-1 0 0,-1-1 1 0 0,1 1-1 0 0,0-1 1 0 0,-1 1 0 0 0,1-1-1 0 0,0 1 1 0 0,-1 0-1 0 0,1-1 1 0 0,0 1-1 0 0,-1 0 1 0 0,1-1 0 0 0,0 1-1 0 0,-1 0 1 0 0,1 0-1 0 0,0 0 1 0 0,0 0 0 0 0,-1 0-1 0 0,1 0 1 0 0,0 0-1 0 0,0 0 1 0 0,-1 0-1 0 0,1 0 1 0 0,1 1 0 0 0,26-8 264 0 0,1745-476-1196 0 0,-1743 475 962 0 0,-22 6-4 0 0,1-1 1 0 0,-1 1-1 0 0,1 1 0 0 0,13-2 1 0 0,-22 3-32 0 0,0 1 0 0 0,0-1 0 0 0,-1 0 0 0 0,1 0 0 0 0,0 0 0 0 0,0 0 0 0 0,0 1 0 0 0,0-1 0 0 0,0 0 0 0 0,0 0 0 0 0,-1 0 0 0 0,1 1 0 0 0,0-1 0 0 0,0 0 0 0 0,0 0 0 0 0,0 0 0 0 0,0 1 0 0 0,0-1 0 0 0,0 0 0 0 0,0 0 0 0 0,0 1 0 0 0,0-1 0 0 0,0 0 0 0 0,0 0 0 0 0,0 0 0 0 0,0 1 1 0 0,0-1-1 0 0,0 0 0 0 0,0 0 0 0 0,1 1 0 0 0,-1-1 0 0 0,0 0 0 0 0,0 0 0 0 0,0 0 0 0 0,0 0 0 0 0,0 1 0 0 0,0-1 0 0 0,1 0 0 0 0,-1 0 0 0 0,0 0 0 0 0,0 0 0 0 0,0 1 0 0 0,0-1 0 0 0,1 0 0 0 0,-1 0 0 0 0,0 0 0 0 0,0 0 0 0 0,0 0 0 0 0,1 0 0 0 0,-1 0 0 0 0,0 0 0 0 0,0 0 0 0 0,1 0 0 0 0,-1 0 0 0 0,0 0 0 0 0,0 1 0 0 0,1-2 1 0 0,-14 10 234 0 0,13-9-233 0 0,-1 1-1 0 0,1-1 1 0 0,0 0 0 0 0,0 0-1 0 0,0 0 1 0 0,0 0-1 0 0,0 1 1 0 0,0-1-1 0 0,0 0 1 0 0,-1 0 0 0 0,1 0-1 0 0,0 0 1 0 0,0 1-1 0 0,0-1 1 0 0,0 0-1 0 0,0 0 1 0 0,0 0 0 0 0,0 1-1 0 0,0-1 1 0 0,0 0-1 0 0,0 0 1 0 0,0 0-1 0 0,0 1 1 0 0,0-1 0 0 0,0 0-1 0 0,0 0 1 0 0,0 0-1 0 0,0 0 1 0 0,1 1-1 0 0,-1-1 1 0 0,0 0 0 0 0,0 0-1 0 0,0 0 1 0 0,0 1-1 0 0,0-1 1 0 0,0 0-1 0 0,0 0 1 0 0,1 0 0 0 0,-1 0-1 0 0,0 0 1 0 0,0 0-1 0 0,0 1 1 0 0,0-1-1 0 0,0 0 1 0 0,1 0 0 0 0,-1 0-1 0 0,0 0 1 0 0,0 0-1 0 0,0 0 1 0 0,1 0-1 0 0,-1 0 1 0 0,0 0-1 0 0,0 0 1 0 0,0 0 0 0 0,1 0-1 0 0,-1 0 1 0 0,0 0-1 0 0,0 0 1 0 0,0 0-1 0 0,1 0 1 0 0,-1 0 0 0 0,0 0-1 0 0,0 0 1 0 0,0 0-1 0 0,0 0 1 0 0,1 0-1 0 0,-1 0 1 0 0,0 0 0 0 0,0-1-1 0 0,30 5 416 0 0,0-5-10 0 0,-23-1-180 0 0,-8-1 34 0 0,0 1-176 0 0,0 1-68 0 0,1 0 0 0 0,-1 0 0 0 0,0 1 0 0 0,0-1 0 0 0,0 0 0 0 0,0 0 0 0 0,0 1 0 0 0,0-1 0 0 0,0 0-1 0 0,0 1 1 0 0,0-1 0 0 0,0 1 0 0 0,0 0 0 0 0,0-1 0 0 0,-1 1 0 0 0,1 0 0 0 0,0 0 0 0 0,0-1 0 0 0,0 1 0 0 0,-1 0 0 0 0,1 0 0 0 0,0 0-1 0 0,-2 1 1 0 0,-31-1 479 0 0,32 0-462 0 0,-11-2 225 0 0,0-1 0 0 0,0 0 0 0 0,1 0 0 0 0,-1-2 0 0 0,1 1-1 0 0,-1-2 1 0 0,1 0 0 0 0,1 0 0 0 0,-18-12 0 0 0,-32-16 189 0 0,36 24-213 0 0,-1 0 0 0 0,0 2 0 0 0,0 1 0 0 0,-1 1 1 0 0,-31-3-1 0 0,-138 1 1494 0 0,196 8-1725 0 0,0-1 0 0 0,0 1 0 0 0,0 0-1 0 0,0 0 1 0 0,0 0 0 0 0,0 0 0 0 0,0 0 0 0 0,0 0 0 0 0,0-1 0 0 0,0 1 0 0 0,0 0-1 0 0,0 0 1 0 0,0 0 0 0 0,0 0 0 0 0,0 0 0 0 0,0 0 0 0 0,0-1 0 0 0,0 1 0 0 0,0 0-1 0 0,0 0 1 0 0,0 0 0 0 0,0 0 0 0 0,0 0 0 0 0,0 0 0 0 0,0 0 0 0 0,0-1-1 0 0,0 1 1 0 0,-1 0 0 0 0,1 0 0 0 0,0 0 0 0 0,0 0 0 0 0,0 0 0 0 0,0 0 0 0 0,0 0-1 0 0,0 0 1 0 0,0 0 0 0 0,0 0 0 0 0,-1 0 0 0 0,1 0 0 0 0,0 0 0 0 0,0 0 0 0 0,13-5 50 0 0,16 8 293 0 0,0 1 0 0 0,-1 1 0 0 0,1 2 0 0 0,-1 1 0 0 0,50 21 0 0 0,2-1 421 0 0,368 96 2090 0 0,-460-119-2864 0 0,0 0 0 0 0,0-1 0 0 0,-23 5 0 0 0,-11 0 0 0 0,2 1 0 0 0,-1 2 0 0 0,2 2 0 0 0,0 2 0 0 0,0 2 0 0 0,2 1 0 0 0,0 3 0 0 0,1 1 0 0 0,-47 37 0 0 0,57-35 0 0 0,18-15 0 0 0,1 1 0 0 0,-1-2 0 0 0,0 0 0 0 0,-1 0 0 0 0,0-1 0 0 0,-1-1 0 0 0,0 0 0 0 0,-27 9 0 0 0,39-17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00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95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10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47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0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41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83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7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293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66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972466-8749-43BF-A7D9-67CEB617846D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1D671-0E6B-484D-891D-2D5EBCEFFC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47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4.svg"/><Relationship Id="rId5" Type="http://schemas.openxmlformats.org/officeDocument/2006/relationships/image" Target="../media/image9.png"/><Relationship Id="rId15" Type="http://schemas.openxmlformats.org/officeDocument/2006/relationships/image" Target="../media/image14.svg"/><Relationship Id="rId10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6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DC3483-FD11-7DBE-893E-C7A65FA0C1BD}"/>
              </a:ext>
            </a:extLst>
          </p:cNvPr>
          <p:cNvSpPr/>
          <p:nvPr/>
        </p:nvSpPr>
        <p:spPr>
          <a:xfrm>
            <a:off x="1846698" y="2551794"/>
            <a:ext cx="3981069" cy="60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903504-8EDF-FBB7-1CD0-273CBB572ED5}"/>
              </a:ext>
            </a:extLst>
          </p:cNvPr>
          <p:cNvSpPr/>
          <p:nvPr/>
        </p:nvSpPr>
        <p:spPr>
          <a:xfrm>
            <a:off x="989448" y="2467210"/>
            <a:ext cx="776668" cy="776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9F597-46F6-66B1-8239-A5B962BB262E}"/>
              </a:ext>
            </a:extLst>
          </p:cNvPr>
          <p:cNvSpPr txBox="1"/>
          <p:nvPr/>
        </p:nvSpPr>
        <p:spPr>
          <a:xfrm>
            <a:off x="1915278" y="2551794"/>
            <a:ext cx="24688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>
                <a:solidFill>
                  <a:schemeClr val="bg1"/>
                </a:solidFill>
              </a:rPr>
              <a:t>Staff name 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7CE7A8-0C9E-D5A3-977E-1BDCB057D14E}"/>
              </a:ext>
            </a:extLst>
          </p:cNvPr>
          <p:cNvSpPr/>
          <p:nvPr/>
        </p:nvSpPr>
        <p:spPr>
          <a:xfrm>
            <a:off x="1915278" y="2833403"/>
            <a:ext cx="1069848" cy="252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Keyword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7E0652-6B0A-B958-7123-7896F0C1A14E}"/>
              </a:ext>
            </a:extLst>
          </p:cNvPr>
          <p:cNvSpPr/>
          <p:nvPr/>
        </p:nvSpPr>
        <p:spPr>
          <a:xfrm>
            <a:off x="3053706" y="2833403"/>
            <a:ext cx="1069848" cy="252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Keyword 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7CBC79-2A8E-79CD-6D07-F983BEB20EBE}"/>
              </a:ext>
            </a:extLst>
          </p:cNvPr>
          <p:cNvSpPr/>
          <p:nvPr/>
        </p:nvSpPr>
        <p:spPr>
          <a:xfrm>
            <a:off x="4204135" y="2833403"/>
            <a:ext cx="1069848" cy="252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Keyword 5</a:t>
            </a:r>
          </a:p>
        </p:txBody>
      </p:sp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1FD7B649-8D8A-9226-CD84-D1EBB878E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5709" y="2658806"/>
            <a:ext cx="393478" cy="39347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4A9C20-5E10-269B-E75E-E4DEBAF56023}"/>
              </a:ext>
            </a:extLst>
          </p:cNvPr>
          <p:cNvSpPr txBox="1"/>
          <p:nvPr/>
        </p:nvSpPr>
        <p:spPr>
          <a:xfrm>
            <a:off x="5336033" y="2949977"/>
            <a:ext cx="532518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75" dirty="0">
                <a:solidFill>
                  <a:schemeClr val="bg1"/>
                </a:solidFill>
              </a:rPr>
              <a:t>Email me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C44ED46-1DA1-A8D6-401B-02A3CE5905AA}"/>
              </a:ext>
            </a:extLst>
          </p:cNvPr>
          <p:cNvSpPr/>
          <p:nvPr/>
        </p:nvSpPr>
        <p:spPr>
          <a:xfrm>
            <a:off x="1846698" y="3461191"/>
            <a:ext cx="3981069" cy="60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C4E504-06F4-7DDE-C78F-E66C4D9BB4F8}"/>
              </a:ext>
            </a:extLst>
          </p:cNvPr>
          <p:cNvSpPr/>
          <p:nvPr/>
        </p:nvSpPr>
        <p:spPr>
          <a:xfrm>
            <a:off x="989448" y="3376606"/>
            <a:ext cx="776668" cy="776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9B16FC-1799-EA02-C594-F12CF196A20B}"/>
              </a:ext>
            </a:extLst>
          </p:cNvPr>
          <p:cNvSpPr txBox="1"/>
          <p:nvPr/>
        </p:nvSpPr>
        <p:spPr>
          <a:xfrm>
            <a:off x="1915278" y="3461191"/>
            <a:ext cx="246888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>
                <a:solidFill>
                  <a:schemeClr val="bg1"/>
                </a:solidFill>
              </a:rPr>
              <a:t>Staff name 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FB05800-D782-FF84-B12B-DA8F1EFC9D7B}"/>
              </a:ext>
            </a:extLst>
          </p:cNvPr>
          <p:cNvSpPr/>
          <p:nvPr/>
        </p:nvSpPr>
        <p:spPr>
          <a:xfrm>
            <a:off x="1915278" y="3742800"/>
            <a:ext cx="1069848" cy="252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Keyword 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7A6796-3AD2-C15C-3338-0AC86947C61A}"/>
              </a:ext>
            </a:extLst>
          </p:cNvPr>
          <p:cNvSpPr/>
          <p:nvPr/>
        </p:nvSpPr>
        <p:spPr>
          <a:xfrm>
            <a:off x="3053706" y="3742800"/>
            <a:ext cx="1069848" cy="252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Keyword 7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4C99CD-BF6E-5134-2C83-8C420E08422B}"/>
              </a:ext>
            </a:extLst>
          </p:cNvPr>
          <p:cNvSpPr/>
          <p:nvPr/>
        </p:nvSpPr>
        <p:spPr>
          <a:xfrm>
            <a:off x="4204135" y="3742800"/>
            <a:ext cx="1069848" cy="252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/>
              <a:t>Keyword 8</a:t>
            </a:r>
          </a:p>
        </p:txBody>
      </p:sp>
      <p:pic>
        <p:nvPicPr>
          <p:cNvPr id="27" name="Graphic 26" descr="Envelope with solid fill">
            <a:extLst>
              <a:ext uri="{FF2B5EF4-FFF2-40B4-BE49-F238E27FC236}">
                <a16:creationId xmlns:a16="http://schemas.microsoft.com/office/drawing/2014/main" id="{7D29F0D0-61AB-9731-97B8-7ABF8A6E7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5709" y="3568202"/>
            <a:ext cx="393478" cy="39347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453276F-6A9B-FEB6-79F9-786A82B21CBC}"/>
              </a:ext>
            </a:extLst>
          </p:cNvPr>
          <p:cNvSpPr txBox="1"/>
          <p:nvPr/>
        </p:nvSpPr>
        <p:spPr>
          <a:xfrm>
            <a:off x="5336033" y="3859373"/>
            <a:ext cx="532518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75" dirty="0">
                <a:solidFill>
                  <a:schemeClr val="bg1"/>
                </a:solidFill>
              </a:rPr>
              <a:t>Email me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D8068E-84DD-BA19-B03F-18FE51BC4DA4}"/>
              </a:ext>
            </a:extLst>
          </p:cNvPr>
          <p:cNvGrpSpPr/>
          <p:nvPr/>
        </p:nvGrpSpPr>
        <p:grpSpPr>
          <a:xfrm>
            <a:off x="1040883" y="1048607"/>
            <a:ext cx="4786884" cy="376479"/>
            <a:chOff x="1040883" y="1048607"/>
            <a:chExt cx="4786884" cy="37647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632EBEE-3F86-C50F-1B8B-F5842ACCE03E}"/>
                </a:ext>
              </a:extLst>
            </p:cNvPr>
            <p:cNvSpPr/>
            <p:nvPr/>
          </p:nvSpPr>
          <p:spPr>
            <a:xfrm>
              <a:off x="1040883" y="1048607"/>
              <a:ext cx="4786884" cy="37647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E259B4A-C876-3029-0223-E6385A113C0D}"/>
                </a:ext>
              </a:extLst>
            </p:cNvPr>
            <p:cNvSpPr/>
            <p:nvPr/>
          </p:nvSpPr>
          <p:spPr>
            <a:xfrm>
              <a:off x="1125751" y="1142334"/>
              <a:ext cx="2152555" cy="1890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13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search…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23FE6B5-26D0-7F77-FF31-9A3097B987C1}"/>
                </a:ext>
              </a:extLst>
            </p:cNvPr>
            <p:cNvSpPr/>
            <p:nvPr/>
          </p:nvSpPr>
          <p:spPr>
            <a:xfrm>
              <a:off x="3363173" y="1135332"/>
              <a:ext cx="2050542" cy="1890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13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filter…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ECC93BB-D6FA-F7E7-30AF-3D27D60A9941}"/>
                </a:ext>
              </a:extLst>
            </p:cNvPr>
            <p:cNvSpPr/>
            <p:nvPr/>
          </p:nvSpPr>
          <p:spPr>
            <a:xfrm>
              <a:off x="5459578" y="1149337"/>
              <a:ext cx="205740" cy="17502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b="1" dirty="0"/>
                <a:t>x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C09058D-1A76-510E-C734-6DB76E3C8C98}"/>
              </a:ext>
            </a:extLst>
          </p:cNvPr>
          <p:cNvGrpSpPr/>
          <p:nvPr/>
        </p:nvGrpSpPr>
        <p:grpSpPr>
          <a:xfrm>
            <a:off x="989448" y="1557814"/>
            <a:ext cx="4879103" cy="776669"/>
            <a:chOff x="989448" y="1557814"/>
            <a:chExt cx="4879103" cy="77666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1546A14-F3F7-BA8F-784C-B3C100631E19}"/>
                </a:ext>
              </a:extLst>
            </p:cNvPr>
            <p:cNvSpPr/>
            <p:nvPr/>
          </p:nvSpPr>
          <p:spPr>
            <a:xfrm>
              <a:off x="1846698" y="1642398"/>
              <a:ext cx="3981069" cy="6075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B724B7B-9ED3-20D3-36C9-10452F4E76F7}"/>
                </a:ext>
              </a:extLst>
            </p:cNvPr>
            <p:cNvSpPr/>
            <p:nvPr/>
          </p:nvSpPr>
          <p:spPr>
            <a:xfrm>
              <a:off x="989448" y="1557814"/>
              <a:ext cx="776668" cy="7766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9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6D32B8-4872-1381-5CCA-F8D3A1019FE1}"/>
                </a:ext>
              </a:extLst>
            </p:cNvPr>
            <p:cNvSpPr txBox="1"/>
            <p:nvPr/>
          </p:nvSpPr>
          <p:spPr>
            <a:xfrm>
              <a:off x="1915278" y="1642398"/>
              <a:ext cx="2468880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13" dirty="0">
                  <a:solidFill>
                    <a:schemeClr val="bg1"/>
                  </a:solidFill>
                </a:rPr>
                <a:t>Staff name 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770DC26-C1EA-BE8A-E608-6B878B9643BB}"/>
                </a:ext>
              </a:extLst>
            </p:cNvPr>
            <p:cNvSpPr/>
            <p:nvPr/>
          </p:nvSpPr>
          <p:spPr>
            <a:xfrm>
              <a:off x="1915278" y="192400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C26EAFA-694C-B676-3847-2B45113E6EF7}"/>
                </a:ext>
              </a:extLst>
            </p:cNvPr>
            <p:cNvSpPr/>
            <p:nvPr/>
          </p:nvSpPr>
          <p:spPr>
            <a:xfrm>
              <a:off x="3053706" y="192400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2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77AF236-2361-9304-4778-70827CBD6E50}"/>
                </a:ext>
              </a:extLst>
            </p:cNvPr>
            <p:cNvSpPr/>
            <p:nvPr/>
          </p:nvSpPr>
          <p:spPr>
            <a:xfrm>
              <a:off x="4204135" y="192400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4</a:t>
              </a:r>
            </a:p>
          </p:txBody>
        </p:sp>
        <p:pic>
          <p:nvPicPr>
            <p:cNvPr id="11" name="Graphic 10" descr="Envelope with solid fill">
              <a:extLst>
                <a:ext uri="{FF2B5EF4-FFF2-40B4-BE49-F238E27FC236}">
                  <a16:creationId xmlns:a16="http://schemas.microsoft.com/office/drawing/2014/main" id="{1D276B98-8550-1E48-92DE-DFF275C27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65709" y="1749409"/>
              <a:ext cx="393478" cy="39347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5FA183-03E8-0807-111A-A130080E477D}"/>
                </a:ext>
              </a:extLst>
            </p:cNvPr>
            <p:cNvSpPr txBox="1"/>
            <p:nvPr/>
          </p:nvSpPr>
          <p:spPr>
            <a:xfrm>
              <a:off x="5336033" y="2040581"/>
              <a:ext cx="532518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75" dirty="0">
                  <a:solidFill>
                    <a:schemeClr val="bg1"/>
                  </a:solidFill>
                </a:rPr>
                <a:t>Email me</a:t>
              </a:r>
            </a:p>
          </p:txBody>
        </p:sp>
        <p:pic>
          <p:nvPicPr>
            <p:cNvPr id="37" name="Graphic 36" descr="Drool face with solid fill with solid fill">
              <a:extLst>
                <a:ext uri="{FF2B5EF4-FFF2-40B4-BE49-F238E27FC236}">
                  <a16:creationId xmlns:a16="http://schemas.microsoft.com/office/drawing/2014/main" id="{89454786-20BC-5C32-5141-8D0F9FFF6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5751" y="1688973"/>
              <a:ext cx="514350" cy="514350"/>
            </a:xfrm>
            <a:prstGeom prst="rect">
              <a:avLst/>
            </a:prstGeom>
          </p:spPr>
        </p:pic>
      </p:grpSp>
      <p:pic>
        <p:nvPicPr>
          <p:cNvPr id="39" name="Graphic 38" descr="Expressionless face with solid fill with solid fill">
            <a:extLst>
              <a:ext uri="{FF2B5EF4-FFF2-40B4-BE49-F238E27FC236}">
                <a16:creationId xmlns:a16="http://schemas.microsoft.com/office/drawing/2014/main" id="{64AE6EDB-12EE-F5F9-2082-F454292946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463" y="2598369"/>
            <a:ext cx="514350" cy="514350"/>
          </a:xfrm>
          <a:prstGeom prst="rect">
            <a:avLst/>
          </a:prstGeom>
        </p:spPr>
      </p:pic>
      <p:pic>
        <p:nvPicPr>
          <p:cNvPr id="41" name="Graphic 40" descr="Woozy face with solid fill with solid fill">
            <a:extLst>
              <a:ext uri="{FF2B5EF4-FFF2-40B4-BE49-F238E27FC236}">
                <a16:creationId xmlns:a16="http://schemas.microsoft.com/office/drawing/2014/main" id="{5010F770-7AF4-D673-FCF8-08AC19A6F5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0607" y="3507765"/>
            <a:ext cx="514350" cy="51435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F2FF5CB-0A47-E86F-ECE3-34B663F387C4}"/>
              </a:ext>
            </a:extLst>
          </p:cNvPr>
          <p:cNvSpPr txBox="1"/>
          <p:nvPr/>
        </p:nvSpPr>
        <p:spPr>
          <a:xfrm>
            <a:off x="4972231" y="4466873"/>
            <a:ext cx="1573911" cy="55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>
                <a:solidFill>
                  <a:schemeClr val="accent6"/>
                </a:solidFill>
              </a:rPr>
              <a:t>Notes: Staff “profiles” collapsed. Filter options: Staff name, key words? </a:t>
            </a:r>
          </a:p>
        </p:txBody>
      </p:sp>
    </p:spTree>
    <p:extLst>
      <p:ext uri="{BB962C8B-B14F-4D97-AF65-F5344CB8AC3E}">
        <p14:creationId xmlns:p14="http://schemas.microsoft.com/office/powerpoint/2010/main" val="69403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FE66F36-A420-BF6B-887C-D8E4DED6065B}"/>
              </a:ext>
            </a:extLst>
          </p:cNvPr>
          <p:cNvGrpSpPr/>
          <p:nvPr/>
        </p:nvGrpSpPr>
        <p:grpSpPr>
          <a:xfrm>
            <a:off x="426625" y="1527774"/>
            <a:ext cx="5192544" cy="7125336"/>
            <a:chOff x="502825" y="791174"/>
            <a:chExt cx="5192544" cy="712533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12F47AA-692F-027F-CE7F-AD28E9CDE4BC}"/>
                </a:ext>
              </a:extLst>
            </p:cNvPr>
            <p:cNvSpPr/>
            <p:nvPr/>
          </p:nvSpPr>
          <p:spPr>
            <a:xfrm>
              <a:off x="1673515" y="875758"/>
              <a:ext cx="3981069" cy="6204492"/>
            </a:xfrm>
            <a:prstGeom prst="roundRect">
              <a:avLst>
                <a:gd name="adj" fmla="val 284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964E88C-4AC4-B8E6-BE4A-61C66B22BA26}"/>
                </a:ext>
              </a:extLst>
            </p:cNvPr>
            <p:cNvSpPr/>
            <p:nvPr/>
          </p:nvSpPr>
          <p:spPr>
            <a:xfrm>
              <a:off x="1673515" y="875758"/>
              <a:ext cx="3981069" cy="6075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A1B66E4-B478-9A37-0830-9605FB77B961}"/>
                </a:ext>
              </a:extLst>
            </p:cNvPr>
            <p:cNvSpPr/>
            <p:nvPr/>
          </p:nvSpPr>
          <p:spPr>
            <a:xfrm>
              <a:off x="816265" y="791174"/>
              <a:ext cx="776669" cy="7766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9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685141-D765-4CE3-0129-9C8DE8B5464D}"/>
                </a:ext>
              </a:extLst>
            </p:cNvPr>
            <p:cNvSpPr txBox="1"/>
            <p:nvPr/>
          </p:nvSpPr>
          <p:spPr>
            <a:xfrm>
              <a:off x="1742095" y="875758"/>
              <a:ext cx="2468880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13" dirty="0">
                  <a:solidFill>
                    <a:schemeClr val="bg1"/>
                  </a:solidFill>
                </a:rPr>
                <a:t>Staff name 2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DE090F1-E3C0-791D-1D49-087FF9C3C0CE}"/>
                </a:ext>
              </a:extLst>
            </p:cNvPr>
            <p:cNvSpPr/>
            <p:nvPr/>
          </p:nvSpPr>
          <p:spPr>
            <a:xfrm>
              <a:off x="1742095" y="115736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3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A305A23-E64F-F8A0-C2B4-D0201C8F30F3}"/>
                </a:ext>
              </a:extLst>
            </p:cNvPr>
            <p:cNvSpPr/>
            <p:nvPr/>
          </p:nvSpPr>
          <p:spPr>
            <a:xfrm>
              <a:off x="2880523" y="115736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9B9827B-77DE-5876-1360-2F0E2F02A5EC}"/>
                </a:ext>
              </a:extLst>
            </p:cNvPr>
            <p:cNvSpPr/>
            <p:nvPr/>
          </p:nvSpPr>
          <p:spPr>
            <a:xfrm>
              <a:off x="4030953" y="115736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5</a:t>
              </a:r>
            </a:p>
          </p:txBody>
        </p:sp>
        <p:pic>
          <p:nvPicPr>
            <p:cNvPr id="8" name="Graphic 7" descr="Envelope with solid fill">
              <a:extLst>
                <a:ext uri="{FF2B5EF4-FFF2-40B4-BE49-F238E27FC236}">
                  <a16:creationId xmlns:a16="http://schemas.microsoft.com/office/drawing/2014/main" id="{282B2B79-6695-0CEA-6817-8EF641F47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92526" y="982769"/>
              <a:ext cx="393478" cy="39347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2B76FC-E567-3811-A361-58F94688FDF6}"/>
                </a:ext>
              </a:extLst>
            </p:cNvPr>
            <p:cNvSpPr txBox="1"/>
            <p:nvPr/>
          </p:nvSpPr>
          <p:spPr>
            <a:xfrm>
              <a:off x="5162851" y="1273941"/>
              <a:ext cx="532518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75" dirty="0">
                  <a:solidFill>
                    <a:schemeClr val="bg1"/>
                  </a:solidFill>
                </a:rPr>
                <a:t>Email me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4E31F9-A4AD-014A-22BD-45D14AF177ED}"/>
                </a:ext>
              </a:extLst>
            </p:cNvPr>
            <p:cNvSpPr txBox="1"/>
            <p:nvPr/>
          </p:nvSpPr>
          <p:spPr>
            <a:xfrm>
              <a:off x="1742095" y="1567843"/>
              <a:ext cx="3843909" cy="404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13" b="1" dirty="0"/>
                <a:t>Topic 1: Attitudes towards stuttering and related language and speech disorders.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7669BD-E87D-0BAB-69FC-6D7563E3C6BC}"/>
                </a:ext>
              </a:extLst>
            </p:cNvPr>
            <p:cNvSpPr txBox="1"/>
            <p:nvPr/>
          </p:nvSpPr>
          <p:spPr>
            <a:xfrm>
              <a:off x="526762" y="1748731"/>
              <a:ext cx="579005" cy="248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13" dirty="0">
                  <a:solidFill>
                    <a:schemeClr val="accent6"/>
                  </a:solidFill>
                </a:rPr>
                <a:t>header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25FC2E-5301-41B7-BA8D-48F9EBF9393D}"/>
                    </a:ext>
                  </a:extLst>
                </p14:cNvPr>
                <p14:cNvContentPartPr/>
                <p14:nvPr/>
              </p14:nvContentPartPr>
              <p14:xfrm>
                <a:off x="1042863" y="1689140"/>
                <a:ext cx="777600" cy="186503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25FC2E-5301-41B7-BA8D-48F9EBF939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4871" y="1671138"/>
                  <a:ext cx="813224" cy="222147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603F4B-E4C4-C384-41A0-BEE0DAE34E12}"/>
                </a:ext>
              </a:extLst>
            </p:cNvPr>
            <p:cNvSpPr txBox="1"/>
            <p:nvPr/>
          </p:nvSpPr>
          <p:spPr>
            <a:xfrm>
              <a:off x="1820463" y="1868332"/>
              <a:ext cx="3676388" cy="5324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 Lorem ipsum </a:t>
              </a:r>
              <a:r>
                <a:rPr lang="en-GB" sz="1000" dirty="0" err="1"/>
                <a:t>dolor</a:t>
              </a:r>
              <a:r>
                <a:rPr lang="en-GB" sz="1000" dirty="0"/>
                <a:t>, sit </a:t>
              </a:r>
              <a:r>
                <a:rPr lang="en-GB" sz="1000" dirty="0" err="1"/>
                <a:t>amet</a:t>
              </a:r>
              <a:r>
                <a:rPr lang="en-GB" sz="1000" dirty="0"/>
                <a:t> </a:t>
              </a:r>
              <a:r>
                <a:rPr lang="en-GB" sz="1000" dirty="0" err="1"/>
                <a:t>consectetur</a:t>
              </a:r>
              <a:r>
                <a:rPr lang="en-GB" sz="1000" dirty="0"/>
                <a:t> </a:t>
              </a:r>
              <a:r>
                <a:rPr lang="en-GB" sz="1000" dirty="0" err="1"/>
                <a:t>adipisicing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Possimus</a:t>
              </a:r>
              <a:r>
                <a:rPr lang="en-GB" sz="1000" dirty="0"/>
                <a:t> </a:t>
              </a:r>
              <a:r>
                <a:rPr lang="en-GB" sz="1000" dirty="0" err="1"/>
                <a:t>suscipit</a:t>
              </a:r>
              <a:r>
                <a:rPr lang="en-GB" sz="1000" dirty="0"/>
                <a:t> </a:t>
              </a:r>
              <a:r>
                <a:rPr lang="en-GB" sz="1000" dirty="0" err="1"/>
                <a:t>incidunt</a:t>
              </a:r>
              <a:r>
                <a:rPr lang="en-GB" sz="1000" dirty="0"/>
                <a:t>, </a:t>
              </a:r>
              <a:r>
                <a:rPr lang="en-GB" sz="1000" dirty="0" err="1"/>
                <a:t>dolor</a:t>
              </a:r>
              <a:r>
                <a:rPr lang="en-GB" sz="1000" dirty="0"/>
                <a:t> </a:t>
              </a:r>
              <a:r>
                <a:rPr lang="en-GB" sz="1000" dirty="0" err="1"/>
                <a:t>soluta</a:t>
              </a:r>
              <a:r>
                <a:rPr lang="en-GB" sz="1000" dirty="0"/>
                <a:t> </a:t>
              </a:r>
              <a:r>
                <a:rPr lang="en-GB" sz="1000" dirty="0" err="1"/>
                <a:t>laborum</a:t>
              </a:r>
              <a:r>
                <a:rPr lang="en-GB" sz="1000" dirty="0"/>
                <a:t> </a:t>
              </a:r>
              <a:r>
                <a:rPr lang="en-GB" sz="1000" dirty="0" err="1"/>
                <a:t>saepe</a:t>
              </a:r>
              <a:r>
                <a:rPr lang="en-GB" sz="1000" dirty="0"/>
                <a:t> </a:t>
              </a:r>
              <a:r>
                <a:rPr lang="en-GB" sz="1000" dirty="0" err="1"/>
                <a:t>inventore</a:t>
              </a:r>
              <a:r>
                <a:rPr lang="en-GB" sz="1000" dirty="0"/>
                <a:t> </a:t>
              </a:r>
              <a:r>
                <a:rPr lang="en-GB" sz="1000" dirty="0" err="1"/>
                <a:t>aliquid</a:t>
              </a:r>
              <a:r>
                <a:rPr lang="en-GB" sz="1000" dirty="0"/>
                <a:t> minima </a:t>
              </a:r>
              <a:r>
                <a:rPr lang="en-GB" sz="1000" dirty="0" err="1"/>
                <a:t>architecto</a:t>
              </a:r>
              <a:r>
                <a:rPr lang="en-GB" sz="1000" dirty="0"/>
                <a:t> </a:t>
              </a:r>
              <a:r>
                <a:rPr lang="en-GB" sz="1000" dirty="0" err="1"/>
                <a:t>officia</a:t>
              </a:r>
              <a:r>
                <a:rPr lang="en-GB" sz="1000" dirty="0"/>
                <a:t> </a:t>
              </a:r>
              <a:r>
                <a:rPr lang="en-GB" sz="1000" dirty="0" err="1"/>
                <a:t>quidem</a:t>
              </a:r>
              <a:r>
                <a:rPr lang="en-GB" sz="1000" dirty="0"/>
                <a:t> </a:t>
              </a:r>
              <a:r>
                <a:rPr lang="en-GB" sz="1000" dirty="0" err="1"/>
                <a:t>odit</a:t>
              </a:r>
              <a:r>
                <a:rPr lang="en-GB" sz="1000" dirty="0"/>
                <a:t> </a:t>
              </a:r>
              <a:r>
                <a:rPr lang="en-GB" sz="1000" dirty="0" err="1"/>
                <a:t>atque</a:t>
              </a:r>
              <a:r>
                <a:rPr lang="en-GB" sz="1000" dirty="0"/>
                <a:t> </a:t>
              </a:r>
              <a:r>
                <a:rPr lang="en-GB" sz="1000" dirty="0" err="1"/>
                <a:t>molestiae</a:t>
              </a:r>
              <a:r>
                <a:rPr lang="en-GB" sz="1000" dirty="0"/>
                <a:t> </a:t>
              </a:r>
              <a:r>
                <a:rPr lang="en-GB" sz="1000" dirty="0" err="1"/>
                <a:t>quibusdam</a:t>
              </a:r>
              <a:r>
                <a:rPr lang="en-GB" sz="1000" dirty="0"/>
                <a:t> </a:t>
              </a:r>
              <a:r>
                <a:rPr lang="en-GB" sz="1000" dirty="0" err="1"/>
                <a:t>vero</a:t>
              </a:r>
              <a:r>
                <a:rPr lang="en-GB" sz="1000" dirty="0"/>
                <a:t> nobis alias </a:t>
              </a:r>
              <a:r>
                <a:rPr lang="en-GB" sz="1000" dirty="0" err="1"/>
                <a:t>eos</a:t>
              </a:r>
              <a:r>
                <a:rPr lang="en-GB" sz="1000" dirty="0"/>
                <a:t> est. Lorem ipsum </a:t>
              </a:r>
              <a:r>
                <a:rPr lang="en-GB" sz="1000" dirty="0" err="1"/>
                <a:t>dolor</a:t>
              </a:r>
              <a:r>
                <a:rPr lang="en-GB" sz="1000" dirty="0"/>
                <a:t>, sit </a:t>
              </a:r>
              <a:r>
                <a:rPr lang="en-GB" sz="1000" dirty="0" err="1"/>
                <a:t>amet</a:t>
              </a:r>
              <a:r>
                <a:rPr lang="en-GB" sz="1000" dirty="0"/>
                <a:t> </a:t>
              </a:r>
              <a:r>
                <a:rPr lang="en-GB" sz="1000" dirty="0" err="1"/>
                <a:t>consectetur</a:t>
              </a:r>
              <a:r>
                <a:rPr lang="en-GB" sz="1000" dirty="0"/>
                <a:t> </a:t>
              </a:r>
              <a:r>
                <a:rPr lang="en-GB" sz="1000" dirty="0" err="1"/>
                <a:t>adipisicing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Possimus</a:t>
              </a:r>
              <a:r>
                <a:rPr lang="en-GB" sz="1000" dirty="0"/>
                <a:t> </a:t>
              </a:r>
              <a:r>
                <a:rPr lang="en-GB" sz="1000" dirty="0" err="1"/>
                <a:t>suscipit</a:t>
              </a:r>
              <a:r>
                <a:rPr lang="en-GB" sz="1000" dirty="0"/>
                <a:t> </a:t>
              </a:r>
              <a:r>
                <a:rPr lang="en-GB" sz="1000" dirty="0" err="1"/>
                <a:t>incidunt</a:t>
              </a:r>
              <a:r>
                <a:rPr lang="en-GB" sz="1000" dirty="0"/>
                <a:t>, </a:t>
              </a:r>
              <a:r>
                <a:rPr lang="en-GB" sz="1000" dirty="0" err="1"/>
                <a:t>dolor</a:t>
              </a:r>
              <a:r>
                <a:rPr lang="en-GB" sz="1000" dirty="0"/>
                <a:t> </a:t>
              </a:r>
              <a:r>
                <a:rPr lang="en-GB" sz="1000" dirty="0" err="1"/>
                <a:t>soluta</a:t>
              </a:r>
              <a:r>
                <a:rPr lang="en-GB" sz="1000" dirty="0"/>
                <a:t> </a:t>
              </a:r>
              <a:r>
                <a:rPr lang="en-GB" sz="1000" dirty="0" err="1"/>
                <a:t>laborum</a:t>
              </a:r>
              <a:r>
                <a:rPr lang="en-GB" sz="1000" dirty="0"/>
                <a:t> </a:t>
              </a:r>
              <a:r>
                <a:rPr lang="en-GB" sz="1000" dirty="0" err="1"/>
                <a:t>saepe</a:t>
              </a:r>
              <a:r>
                <a:rPr lang="en-GB" sz="1000" dirty="0"/>
                <a:t> </a:t>
              </a:r>
              <a:r>
                <a:rPr lang="en-GB" sz="1000" dirty="0" err="1"/>
                <a:t>inventore</a:t>
              </a:r>
              <a:r>
                <a:rPr lang="en-GB" sz="1000" dirty="0"/>
                <a:t> </a:t>
              </a:r>
              <a:r>
                <a:rPr lang="en-GB" sz="1000" dirty="0" err="1"/>
                <a:t>aliquid</a:t>
              </a:r>
              <a:r>
                <a:rPr lang="en-GB" sz="1000" dirty="0"/>
                <a:t> minima </a:t>
              </a:r>
              <a:r>
                <a:rPr lang="en-GB" sz="1000" dirty="0" err="1"/>
                <a:t>architecto</a:t>
              </a:r>
              <a:r>
                <a:rPr lang="en-GB" sz="1000" dirty="0"/>
                <a:t> </a:t>
              </a:r>
              <a:r>
                <a:rPr lang="en-GB" sz="1000" dirty="0" err="1"/>
                <a:t>officia</a:t>
              </a:r>
              <a:r>
                <a:rPr lang="en-GB" sz="1000" dirty="0"/>
                <a:t> </a:t>
              </a:r>
              <a:r>
                <a:rPr lang="en-GB" sz="1000" dirty="0" err="1"/>
                <a:t>quidem</a:t>
              </a:r>
              <a:r>
                <a:rPr lang="en-GB" sz="1000" dirty="0"/>
                <a:t> </a:t>
              </a:r>
              <a:r>
                <a:rPr lang="en-GB" sz="1000" dirty="0" err="1"/>
                <a:t>odit</a:t>
              </a:r>
              <a:r>
                <a:rPr lang="en-GB" sz="1000" dirty="0"/>
                <a:t> </a:t>
              </a:r>
              <a:r>
                <a:rPr lang="en-GB" sz="1000" dirty="0" err="1"/>
                <a:t>atque</a:t>
              </a:r>
              <a:r>
                <a:rPr lang="en-GB" sz="1000" dirty="0"/>
                <a:t> </a:t>
              </a:r>
              <a:r>
                <a:rPr lang="en-GB" sz="1000" dirty="0" err="1"/>
                <a:t>molestiae</a:t>
              </a:r>
              <a:r>
                <a:rPr lang="en-GB" sz="1000" dirty="0"/>
                <a:t> </a:t>
              </a:r>
              <a:r>
                <a:rPr lang="en-GB" sz="1000" dirty="0" err="1"/>
                <a:t>quibusdam</a:t>
              </a:r>
              <a:r>
                <a:rPr lang="en-GB" sz="1000" dirty="0"/>
                <a:t> </a:t>
              </a:r>
              <a:r>
                <a:rPr lang="en-GB" sz="1000" dirty="0" err="1"/>
                <a:t>vero</a:t>
              </a:r>
              <a:r>
                <a:rPr lang="en-GB" sz="1000" dirty="0"/>
                <a:t> nobis alias </a:t>
              </a:r>
              <a:r>
                <a:rPr lang="en-GB" sz="1000" dirty="0" err="1"/>
                <a:t>eos</a:t>
              </a:r>
              <a:r>
                <a:rPr lang="en-GB" sz="1000" dirty="0"/>
                <a:t> est. Lorem ipsum </a:t>
              </a:r>
              <a:r>
                <a:rPr lang="en-GB" sz="1000" dirty="0" err="1"/>
                <a:t>dolor</a:t>
              </a:r>
              <a:r>
                <a:rPr lang="en-GB" sz="1000" dirty="0"/>
                <a:t>, sit </a:t>
              </a:r>
              <a:r>
                <a:rPr lang="en-GB" sz="1000" dirty="0" err="1"/>
                <a:t>amet</a:t>
              </a:r>
              <a:r>
                <a:rPr lang="en-GB" sz="1000" dirty="0"/>
                <a:t> </a:t>
              </a:r>
              <a:r>
                <a:rPr lang="en-GB" sz="1000" dirty="0" err="1"/>
                <a:t>consectetur</a:t>
              </a:r>
              <a:r>
                <a:rPr lang="en-GB" sz="1000" dirty="0"/>
                <a:t> </a:t>
              </a:r>
              <a:r>
                <a:rPr lang="en-GB" sz="1000" dirty="0" err="1"/>
                <a:t>adipisicing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Possimus</a:t>
              </a:r>
              <a:r>
                <a:rPr lang="en-GB" sz="1000" dirty="0"/>
                <a:t> </a:t>
              </a:r>
              <a:r>
                <a:rPr lang="en-GB" sz="1000" dirty="0" err="1"/>
                <a:t>suscipit</a:t>
              </a:r>
              <a:r>
                <a:rPr lang="en-GB" sz="1000" dirty="0"/>
                <a:t> </a:t>
              </a:r>
              <a:r>
                <a:rPr lang="en-GB" sz="1000" dirty="0" err="1"/>
                <a:t>incidunt</a:t>
              </a:r>
              <a:r>
                <a:rPr lang="en-GB" sz="1000" dirty="0"/>
                <a:t>, </a:t>
              </a:r>
              <a:r>
                <a:rPr lang="en-GB" sz="1000" dirty="0" err="1"/>
                <a:t>dolor</a:t>
              </a:r>
              <a:r>
                <a:rPr lang="en-GB" sz="1000" dirty="0"/>
                <a:t> </a:t>
              </a:r>
              <a:r>
                <a:rPr lang="en-GB" sz="1000" dirty="0" err="1"/>
                <a:t>soluta</a:t>
              </a:r>
              <a:r>
                <a:rPr lang="en-GB" sz="1000" dirty="0"/>
                <a:t> </a:t>
              </a:r>
              <a:r>
                <a:rPr lang="en-GB" sz="1000" dirty="0" err="1"/>
                <a:t>laborum</a:t>
              </a:r>
              <a:r>
                <a:rPr lang="en-GB" sz="1000" dirty="0"/>
                <a:t> </a:t>
              </a:r>
              <a:r>
                <a:rPr lang="en-GB" sz="1000" dirty="0" err="1"/>
                <a:t>saepe</a:t>
              </a:r>
              <a:r>
                <a:rPr lang="en-GB" sz="1000" dirty="0"/>
                <a:t> </a:t>
              </a:r>
              <a:r>
                <a:rPr lang="en-GB" sz="1000" dirty="0" err="1"/>
                <a:t>inventore</a:t>
              </a:r>
              <a:r>
                <a:rPr lang="en-GB" sz="1000" dirty="0"/>
                <a:t> </a:t>
              </a:r>
              <a:r>
                <a:rPr lang="en-GB" sz="1000" dirty="0" err="1"/>
                <a:t>aliquid</a:t>
              </a:r>
              <a:r>
                <a:rPr lang="en-GB" sz="1000" dirty="0"/>
                <a:t> minima </a:t>
              </a:r>
              <a:r>
                <a:rPr lang="en-GB" sz="1000" dirty="0" err="1"/>
                <a:t>architecto</a:t>
              </a:r>
              <a:r>
                <a:rPr lang="en-GB" sz="1000" dirty="0"/>
                <a:t> </a:t>
              </a:r>
              <a:r>
                <a:rPr lang="en-GB" sz="1000" dirty="0" err="1"/>
                <a:t>officia</a:t>
              </a:r>
              <a:r>
                <a:rPr lang="en-GB" sz="1000" dirty="0"/>
                <a:t> </a:t>
              </a:r>
              <a:r>
                <a:rPr lang="en-GB" sz="1000" dirty="0" err="1"/>
                <a:t>quidem</a:t>
              </a:r>
              <a:r>
                <a:rPr lang="en-GB" sz="1000" dirty="0"/>
                <a:t> </a:t>
              </a:r>
              <a:r>
                <a:rPr lang="en-GB" sz="1000" dirty="0" err="1"/>
                <a:t>odit</a:t>
              </a:r>
              <a:r>
                <a:rPr lang="en-GB" sz="1000" dirty="0"/>
                <a:t> </a:t>
              </a:r>
              <a:r>
                <a:rPr lang="en-GB" sz="1000" dirty="0" err="1"/>
                <a:t>atque</a:t>
              </a:r>
              <a:r>
                <a:rPr lang="en-GB" sz="1000" dirty="0"/>
                <a:t> </a:t>
              </a:r>
              <a:r>
                <a:rPr lang="en-GB" sz="1000" dirty="0" err="1"/>
                <a:t>molestiae</a:t>
              </a:r>
              <a:r>
                <a:rPr lang="en-GB" sz="1000" dirty="0"/>
                <a:t> </a:t>
              </a:r>
              <a:r>
                <a:rPr lang="en-GB" sz="1000" dirty="0" err="1"/>
                <a:t>quibusdam</a:t>
              </a:r>
              <a:r>
                <a:rPr lang="en-GB" sz="1000" dirty="0"/>
                <a:t> </a:t>
              </a:r>
              <a:r>
                <a:rPr lang="en-GB" sz="1000" dirty="0" err="1"/>
                <a:t>vero</a:t>
              </a:r>
              <a:r>
                <a:rPr lang="en-GB" sz="1000" dirty="0"/>
                <a:t> nobis alias </a:t>
              </a:r>
              <a:r>
                <a:rPr lang="en-GB" sz="1000" dirty="0" err="1"/>
                <a:t>eos</a:t>
              </a:r>
              <a:r>
                <a:rPr lang="en-GB" sz="1000" dirty="0"/>
                <a:t> est.</a:t>
              </a:r>
            </a:p>
            <a:p>
              <a:endParaRPr lang="en-GB" sz="1000" dirty="0"/>
            </a:p>
            <a:p>
              <a:r>
                <a:rPr lang="en-GB" sz="1000" dirty="0"/>
                <a:t>Within this topic, you could investigate: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/>
                <a:t> Lorem ipsum </a:t>
              </a:r>
              <a:r>
                <a:rPr lang="en-GB" sz="1000" dirty="0" err="1"/>
                <a:t>dolor</a:t>
              </a:r>
              <a:r>
                <a:rPr lang="en-GB" sz="1000" dirty="0"/>
                <a:t>, sit </a:t>
              </a:r>
              <a:r>
                <a:rPr lang="en-GB" sz="1000" dirty="0" err="1"/>
                <a:t>amet</a:t>
              </a:r>
              <a:r>
                <a:rPr lang="en-GB" sz="1000" dirty="0"/>
                <a:t> </a:t>
              </a:r>
              <a:r>
                <a:rPr lang="en-GB" sz="1000" dirty="0" err="1"/>
                <a:t>consectetur</a:t>
              </a:r>
              <a:r>
                <a:rPr lang="en-GB" sz="1000" dirty="0"/>
                <a:t> </a:t>
              </a:r>
              <a:r>
                <a:rPr lang="en-GB" sz="1000" dirty="0" err="1"/>
                <a:t>adipisicing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Possimus</a:t>
              </a:r>
              <a:r>
                <a:rPr lang="en-GB" sz="1000" dirty="0"/>
                <a:t> </a:t>
              </a:r>
              <a:r>
                <a:rPr lang="en-GB" sz="1000" dirty="0" err="1"/>
                <a:t>suscipit</a:t>
              </a:r>
              <a:r>
                <a:rPr lang="en-GB" sz="1000" dirty="0"/>
                <a:t> </a:t>
              </a:r>
              <a:r>
                <a:rPr lang="en-GB" sz="1000" dirty="0" err="1"/>
                <a:t>incidunt</a:t>
              </a:r>
              <a:r>
                <a:rPr lang="en-GB" sz="1000" dirty="0"/>
                <a:t>, </a:t>
              </a:r>
              <a:r>
                <a:rPr lang="en-GB" sz="1000" dirty="0" err="1"/>
                <a:t>dolor</a:t>
              </a:r>
              <a:r>
                <a:rPr lang="en-GB" sz="1000" dirty="0"/>
                <a:t> </a:t>
              </a:r>
              <a:r>
                <a:rPr lang="en-GB" sz="1000" dirty="0" err="1"/>
                <a:t>soluta</a:t>
              </a:r>
              <a:r>
                <a:rPr lang="en-GB" sz="1000" dirty="0"/>
                <a:t> </a:t>
              </a:r>
              <a:r>
                <a:rPr lang="en-GB" sz="1000" dirty="0" err="1"/>
                <a:t>laborum</a:t>
              </a:r>
              <a:r>
                <a:rPr lang="en-GB" sz="1000" dirty="0"/>
                <a:t> </a:t>
              </a:r>
              <a:r>
                <a:rPr lang="en-GB" sz="1000" dirty="0" err="1"/>
                <a:t>saepe</a:t>
              </a:r>
              <a:r>
                <a:rPr lang="en-GB" sz="1000" dirty="0"/>
                <a:t> </a:t>
              </a:r>
              <a:r>
                <a:rPr lang="en-GB" sz="1000" dirty="0" err="1"/>
                <a:t>inventore</a:t>
              </a:r>
              <a:r>
                <a:rPr lang="en-GB" sz="1000" dirty="0"/>
                <a:t> </a:t>
              </a:r>
              <a:r>
                <a:rPr lang="en-GB" sz="1000" dirty="0" err="1"/>
                <a:t>aliquid</a:t>
              </a:r>
              <a:r>
                <a:rPr lang="en-GB" sz="1000" dirty="0"/>
                <a:t> minima </a:t>
              </a:r>
              <a:r>
                <a:rPr lang="en-GB" sz="1000" dirty="0" err="1"/>
                <a:t>architecto</a:t>
              </a:r>
              <a:r>
                <a:rPr lang="en-GB" sz="1000" dirty="0"/>
                <a:t> </a:t>
              </a:r>
              <a:r>
                <a:rPr lang="en-GB" sz="1000" dirty="0" err="1"/>
                <a:t>officia</a:t>
              </a:r>
              <a:r>
                <a:rPr lang="en-GB" sz="1000" dirty="0"/>
                <a:t> </a:t>
              </a:r>
              <a:r>
                <a:rPr lang="en-GB" sz="1000" dirty="0" err="1"/>
                <a:t>quidem</a:t>
              </a:r>
              <a:r>
                <a:rPr lang="en-GB" sz="1000" dirty="0"/>
                <a:t> </a:t>
              </a:r>
              <a:r>
                <a:rPr lang="en-GB" sz="1000" dirty="0" err="1"/>
                <a:t>odit</a:t>
              </a:r>
              <a:r>
                <a:rPr lang="en-GB" sz="1000" dirty="0"/>
                <a:t> </a:t>
              </a:r>
              <a:r>
                <a:rPr lang="en-GB" sz="1000" dirty="0" err="1"/>
                <a:t>atque</a:t>
              </a:r>
              <a:r>
                <a:rPr lang="en-GB" sz="1000" dirty="0"/>
                <a:t> </a:t>
              </a:r>
              <a:r>
                <a:rPr lang="en-GB" sz="1000" dirty="0" err="1"/>
                <a:t>molestiae</a:t>
              </a:r>
              <a:r>
                <a:rPr lang="en-GB" sz="1000" dirty="0"/>
                <a:t> </a:t>
              </a:r>
              <a:r>
                <a:rPr lang="en-GB" sz="1000" dirty="0" err="1"/>
                <a:t>quibusdam</a:t>
              </a:r>
              <a:r>
                <a:rPr lang="en-GB" sz="1000" dirty="0"/>
                <a:t> </a:t>
              </a:r>
              <a:r>
                <a:rPr lang="en-GB" sz="1000" dirty="0" err="1"/>
                <a:t>vero</a:t>
              </a:r>
              <a:r>
                <a:rPr lang="en-GB" sz="1000" dirty="0"/>
                <a:t> nobis alias </a:t>
              </a:r>
              <a:r>
                <a:rPr lang="en-GB" sz="1000" dirty="0" err="1"/>
                <a:t>eos</a:t>
              </a:r>
              <a:r>
                <a:rPr lang="en-GB" sz="1000" dirty="0"/>
                <a:t> est.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/>
                <a:t> Lorem ipsum </a:t>
              </a:r>
              <a:r>
                <a:rPr lang="en-GB" sz="1000" dirty="0" err="1"/>
                <a:t>dolor</a:t>
              </a:r>
              <a:r>
                <a:rPr lang="en-GB" sz="1000" dirty="0"/>
                <a:t>, sit </a:t>
              </a:r>
              <a:r>
                <a:rPr lang="en-GB" sz="1000" dirty="0" err="1"/>
                <a:t>amet</a:t>
              </a:r>
              <a:r>
                <a:rPr lang="en-GB" sz="1000" dirty="0"/>
                <a:t> </a:t>
              </a:r>
              <a:r>
                <a:rPr lang="en-GB" sz="1000" dirty="0" err="1"/>
                <a:t>consectetur</a:t>
              </a:r>
              <a:r>
                <a:rPr lang="en-GB" sz="1000" dirty="0"/>
                <a:t> </a:t>
              </a:r>
              <a:r>
                <a:rPr lang="en-GB" sz="1000" dirty="0" err="1"/>
                <a:t>adipisicing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Possimus</a:t>
              </a:r>
              <a:r>
                <a:rPr lang="en-GB" sz="1000" dirty="0"/>
                <a:t> </a:t>
              </a:r>
              <a:r>
                <a:rPr lang="en-GB" sz="1000" dirty="0" err="1"/>
                <a:t>suscipit</a:t>
              </a:r>
              <a:r>
                <a:rPr lang="en-GB" sz="1000" dirty="0"/>
                <a:t> </a:t>
              </a:r>
              <a:r>
                <a:rPr lang="en-GB" sz="1000" dirty="0" err="1"/>
                <a:t>incidunt</a:t>
              </a:r>
              <a:r>
                <a:rPr lang="en-GB" sz="1000" dirty="0"/>
                <a:t>, </a:t>
              </a:r>
              <a:r>
                <a:rPr lang="en-GB" sz="1000" dirty="0" err="1"/>
                <a:t>dolor</a:t>
              </a:r>
              <a:r>
                <a:rPr lang="en-GB" sz="1000" dirty="0"/>
                <a:t> </a:t>
              </a:r>
              <a:r>
                <a:rPr lang="en-GB" sz="1000" dirty="0" err="1"/>
                <a:t>soluta</a:t>
              </a:r>
              <a:r>
                <a:rPr lang="en-GB" sz="1000" dirty="0"/>
                <a:t> </a:t>
              </a:r>
              <a:r>
                <a:rPr lang="en-GB" sz="1000" dirty="0" err="1"/>
                <a:t>laborum</a:t>
              </a:r>
              <a:r>
                <a:rPr lang="en-GB" sz="1000" dirty="0"/>
                <a:t> </a:t>
              </a:r>
              <a:r>
                <a:rPr lang="en-GB" sz="1000" dirty="0" err="1"/>
                <a:t>saepe</a:t>
              </a:r>
              <a:r>
                <a:rPr lang="en-GB" sz="1000" dirty="0"/>
                <a:t> </a:t>
              </a:r>
              <a:r>
                <a:rPr lang="en-GB" sz="1000" dirty="0" err="1"/>
                <a:t>inventore</a:t>
              </a:r>
              <a:r>
                <a:rPr lang="en-GB" sz="1000" dirty="0"/>
                <a:t> </a:t>
              </a:r>
              <a:r>
                <a:rPr lang="en-GB" sz="1000" dirty="0" err="1"/>
                <a:t>aliquid</a:t>
              </a:r>
              <a:r>
                <a:rPr lang="en-GB" sz="1000" dirty="0"/>
                <a:t> minima </a:t>
              </a:r>
              <a:r>
                <a:rPr lang="en-GB" sz="1000" dirty="0" err="1"/>
                <a:t>architecto</a:t>
              </a:r>
              <a:r>
                <a:rPr lang="en-GB" sz="1000" dirty="0"/>
                <a:t> </a:t>
              </a:r>
              <a:r>
                <a:rPr lang="en-GB" sz="1000" dirty="0" err="1"/>
                <a:t>officia</a:t>
              </a:r>
              <a:r>
                <a:rPr lang="en-GB" sz="1000" dirty="0"/>
                <a:t> </a:t>
              </a:r>
              <a:r>
                <a:rPr lang="en-GB" sz="1000" dirty="0" err="1"/>
                <a:t>quidem</a:t>
              </a:r>
              <a:r>
                <a:rPr lang="en-GB" sz="1000" dirty="0"/>
                <a:t> </a:t>
              </a:r>
              <a:r>
                <a:rPr lang="en-GB" sz="1000" dirty="0" err="1"/>
                <a:t>odit</a:t>
              </a:r>
              <a:r>
                <a:rPr lang="en-GB" sz="1000" dirty="0"/>
                <a:t> </a:t>
              </a:r>
              <a:r>
                <a:rPr lang="en-GB" sz="1000" dirty="0" err="1"/>
                <a:t>atque</a:t>
              </a:r>
              <a:r>
                <a:rPr lang="en-GB" sz="1000" dirty="0"/>
                <a:t> </a:t>
              </a:r>
              <a:r>
                <a:rPr lang="en-GB" sz="1000" dirty="0" err="1"/>
                <a:t>molestiae</a:t>
              </a:r>
              <a:r>
                <a:rPr lang="en-GB" sz="1000" dirty="0"/>
                <a:t> </a:t>
              </a:r>
              <a:r>
                <a:rPr lang="en-GB" sz="1000" dirty="0" err="1"/>
                <a:t>quibusdam</a:t>
              </a:r>
              <a:r>
                <a:rPr lang="en-GB" sz="1000" dirty="0"/>
                <a:t> </a:t>
              </a:r>
              <a:r>
                <a:rPr lang="en-GB" sz="1000" dirty="0" err="1"/>
                <a:t>vero</a:t>
              </a:r>
              <a:r>
                <a:rPr lang="en-GB" sz="1000" dirty="0"/>
                <a:t> nobis alias </a:t>
              </a:r>
              <a:r>
                <a:rPr lang="en-GB" sz="1000" dirty="0" err="1"/>
                <a:t>eos</a:t>
              </a:r>
              <a:r>
                <a:rPr lang="en-GB" sz="1000" dirty="0"/>
                <a:t> est.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/>
                <a:t> Lorem ipsum </a:t>
              </a:r>
              <a:r>
                <a:rPr lang="en-GB" sz="1000" dirty="0" err="1"/>
                <a:t>dolor</a:t>
              </a:r>
              <a:r>
                <a:rPr lang="en-GB" sz="1000" dirty="0"/>
                <a:t>, sit </a:t>
              </a:r>
              <a:r>
                <a:rPr lang="en-GB" sz="1000" dirty="0" err="1"/>
                <a:t>amet</a:t>
              </a:r>
              <a:r>
                <a:rPr lang="en-GB" sz="1000" dirty="0"/>
                <a:t> </a:t>
              </a:r>
              <a:r>
                <a:rPr lang="en-GB" sz="1000" dirty="0" err="1"/>
                <a:t>consectetur</a:t>
              </a:r>
              <a:r>
                <a:rPr lang="en-GB" sz="1000" dirty="0"/>
                <a:t> </a:t>
              </a:r>
              <a:r>
                <a:rPr lang="en-GB" sz="1000" dirty="0" err="1"/>
                <a:t>adipisicing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Possimus</a:t>
              </a:r>
              <a:r>
                <a:rPr lang="en-GB" sz="1000" dirty="0"/>
                <a:t> </a:t>
              </a:r>
              <a:r>
                <a:rPr lang="en-GB" sz="1000" dirty="0" err="1"/>
                <a:t>suscipit</a:t>
              </a:r>
              <a:r>
                <a:rPr lang="en-GB" sz="1000" dirty="0"/>
                <a:t> </a:t>
              </a:r>
              <a:r>
                <a:rPr lang="en-GB" sz="1000" dirty="0" err="1"/>
                <a:t>incidunt</a:t>
              </a:r>
              <a:r>
                <a:rPr lang="en-GB" sz="1000" dirty="0"/>
                <a:t>, </a:t>
              </a:r>
              <a:r>
                <a:rPr lang="en-GB" sz="1000" dirty="0" err="1"/>
                <a:t>dolor</a:t>
              </a:r>
              <a:r>
                <a:rPr lang="en-GB" sz="1000" dirty="0"/>
                <a:t> </a:t>
              </a:r>
              <a:r>
                <a:rPr lang="en-GB" sz="1000" dirty="0" err="1"/>
                <a:t>soluta</a:t>
              </a:r>
              <a:r>
                <a:rPr lang="en-GB" sz="1000" dirty="0"/>
                <a:t> </a:t>
              </a:r>
              <a:r>
                <a:rPr lang="en-GB" sz="1000" dirty="0" err="1"/>
                <a:t>laborum</a:t>
              </a:r>
              <a:r>
                <a:rPr lang="en-GB" sz="1000" dirty="0"/>
                <a:t> </a:t>
              </a:r>
              <a:r>
                <a:rPr lang="en-GB" sz="1000" dirty="0" err="1"/>
                <a:t>saepe</a:t>
              </a:r>
              <a:r>
                <a:rPr lang="en-GB" sz="1000" dirty="0"/>
                <a:t> </a:t>
              </a:r>
              <a:r>
                <a:rPr lang="en-GB" sz="1000" dirty="0" err="1"/>
                <a:t>inventore</a:t>
              </a:r>
              <a:r>
                <a:rPr lang="en-GB" sz="1000" dirty="0"/>
                <a:t> </a:t>
              </a:r>
              <a:r>
                <a:rPr lang="en-GB" sz="1000" dirty="0" err="1"/>
                <a:t>aliquid</a:t>
              </a:r>
              <a:r>
                <a:rPr lang="en-GB" sz="1000" dirty="0"/>
                <a:t> minima </a:t>
              </a:r>
              <a:r>
                <a:rPr lang="en-GB" sz="1000" dirty="0" err="1"/>
                <a:t>architecto</a:t>
              </a:r>
              <a:r>
                <a:rPr lang="en-GB" sz="1000" dirty="0"/>
                <a:t> </a:t>
              </a:r>
              <a:r>
                <a:rPr lang="en-GB" sz="1000" dirty="0" err="1"/>
                <a:t>officia</a:t>
              </a:r>
              <a:r>
                <a:rPr lang="en-GB" sz="1000" dirty="0"/>
                <a:t> </a:t>
              </a:r>
              <a:r>
                <a:rPr lang="en-GB" sz="1000" dirty="0" err="1"/>
                <a:t>quidem</a:t>
              </a:r>
              <a:r>
                <a:rPr lang="en-GB" sz="1000" dirty="0"/>
                <a:t> </a:t>
              </a:r>
              <a:r>
                <a:rPr lang="en-GB" sz="1000" dirty="0" err="1"/>
                <a:t>odit</a:t>
              </a:r>
              <a:r>
                <a:rPr lang="en-GB" sz="1000" dirty="0"/>
                <a:t> </a:t>
              </a:r>
              <a:r>
                <a:rPr lang="en-GB" sz="1000" dirty="0" err="1"/>
                <a:t>atque</a:t>
              </a:r>
              <a:r>
                <a:rPr lang="en-GB" sz="1000" dirty="0"/>
                <a:t> </a:t>
              </a:r>
              <a:r>
                <a:rPr lang="en-GB" sz="1000" dirty="0" err="1"/>
                <a:t>molestiae</a:t>
              </a:r>
              <a:r>
                <a:rPr lang="en-GB" sz="1000" dirty="0"/>
                <a:t> </a:t>
              </a:r>
              <a:r>
                <a:rPr lang="en-GB" sz="1000" dirty="0" err="1"/>
                <a:t>quibusdam</a:t>
              </a:r>
              <a:r>
                <a:rPr lang="en-GB" sz="1000" dirty="0"/>
                <a:t> </a:t>
              </a:r>
              <a:r>
                <a:rPr lang="en-GB" sz="1000" dirty="0" err="1"/>
                <a:t>vero</a:t>
              </a:r>
              <a:r>
                <a:rPr lang="en-GB" sz="1000" dirty="0"/>
                <a:t> nobis alias </a:t>
              </a:r>
              <a:r>
                <a:rPr lang="en-GB" sz="1000" dirty="0" err="1"/>
                <a:t>eos</a:t>
              </a:r>
              <a:r>
                <a:rPr lang="en-GB" sz="1000" dirty="0"/>
                <a:t> est.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/>
                <a:t> Lorem ipsum </a:t>
              </a:r>
              <a:r>
                <a:rPr lang="en-GB" sz="1000" dirty="0" err="1"/>
                <a:t>dolor</a:t>
              </a:r>
              <a:r>
                <a:rPr lang="en-GB" sz="1000" dirty="0"/>
                <a:t>, sit </a:t>
              </a:r>
              <a:r>
                <a:rPr lang="en-GB" sz="1000" dirty="0" err="1"/>
                <a:t>amet</a:t>
              </a:r>
              <a:r>
                <a:rPr lang="en-GB" sz="1000" dirty="0"/>
                <a:t> </a:t>
              </a:r>
              <a:r>
                <a:rPr lang="en-GB" sz="1000" dirty="0" err="1"/>
                <a:t>consectetur</a:t>
              </a:r>
              <a:r>
                <a:rPr lang="en-GB" sz="1000" dirty="0"/>
                <a:t> </a:t>
              </a:r>
              <a:r>
                <a:rPr lang="en-GB" sz="1000" dirty="0" err="1"/>
                <a:t>adipisicing</a:t>
              </a:r>
              <a:r>
                <a:rPr lang="en-GB" sz="1000" dirty="0"/>
                <a:t> </a:t>
              </a:r>
              <a:r>
                <a:rPr lang="en-GB" sz="1000" dirty="0" err="1"/>
                <a:t>elit</a:t>
              </a:r>
              <a:r>
                <a:rPr lang="en-GB" sz="1000" dirty="0"/>
                <a:t>. </a:t>
              </a:r>
              <a:r>
                <a:rPr lang="en-GB" sz="1000" dirty="0" err="1"/>
                <a:t>Possimus</a:t>
              </a:r>
              <a:r>
                <a:rPr lang="en-GB" sz="1000" dirty="0"/>
                <a:t> </a:t>
              </a:r>
              <a:r>
                <a:rPr lang="en-GB" sz="1000" dirty="0" err="1"/>
                <a:t>suscipit</a:t>
              </a:r>
              <a:r>
                <a:rPr lang="en-GB" sz="1000" dirty="0"/>
                <a:t> </a:t>
              </a:r>
              <a:r>
                <a:rPr lang="en-GB" sz="1000" dirty="0" err="1"/>
                <a:t>incidunt</a:t>
              </a:r>
              <a:r>
                <a:rPr lang="en-GB" sz="1000" dirty="0"/>
                <a:t>, </a:t>
              </a:r>
              <a:r>
                <a:rPr lang="en-GB" sz="1000" dirty="0" err="1"/>
                <a:t>dolor</a:t>
              </a:r>
              <a:r>
                <a:rPr lang="en-GB" sz="1000" dirty="0"/>
                <a:t> </a:t>
              </a:r>
              <a:r>
                <a:rPr lang="en-GB" sz="1000" dirty="0" err="1"/>
                <a:t>soluta</a:t>
              </a:r>
              <a:r>
                <a:rPr lang="en-GB" sz="1000" dirty="0"/>
                <a:t> </a:t>
              </a:r>
              <a:r>
                <a:rPr lang="en-GB" sz="1000" dirty="0" err="1"/>
                <a:t>laborum</a:t>
              </a:r>
              <a:r>
                <a:rPr lang="en-GB" sz="1000" dirty="0"/>
                <a:t> </a:t>
              </a:r>
              <a:r>
                <a:rPr lang="en-GB" sz="1000" dirty="0" err="1"/>
                <a:t>saepe</a:t>
              </a:r>
              <a:r>
                <a:rPr lang="en-GB" sz="1000" dirty="0"/>
                <a:t> </a:t>
              </a:r>
              <a:r>
                <a:rPr lang="en-GB" sz="1000" dirty="0" err="1"/>
                <a:t>inventore</a:t>
              </a:r>
              <a:r>
                <a:rPr lang="en-GB" sz="1000" dirty="0"/>
                <a:t> </a:t>
              </a:r>
              <a:r>
                <a:rPr lang="en-GB" sz="1000" dirty="0" err="1"/>
                <a:t>aliquid</a:t>
              </a:r>
              <a:r>
                <a:rPr lang="en-GB" sz="1000" dirty="0"/>
                <a:t> minima </a:t>
              </a:r>
              <a:r>
                <a:rPr lang="en-GB" sz="1000" dirty="0" err="1"/>
                <a:t>architecto</a:t>
              </a:r>
              <a:r>
                <a:rPr lang="en-GB" sz="1000" dirty="0"/>
                <a:t> </a:t>
              </a:r>
              <a:r>
                <a:rPr lang="en-GB" sz="1000" dirty="0" err="1"/>
                <a:t>officia</a:t>
              </a:r>
              <a:r>
                <a:rPr lang="en-GB" sz="1000" dirty="0"/>
                <a:t> </a:t>
              </a:r>
              <a:r>
                <a:rPr lang="en-GB" sz="1000" dirty="0" err="1"/>
                <a:t>quidem</a:t>
              </a:r>
              <a:r>
                <a:rPr lang="en-GB" sz="1000" dirty="0"/>
                <a:t> </a:t>
              </a:r>
              <a:r>
                <a:rPr lang="en-GB" sz="1000" dirty="0" err="1"/>
                <a:t>odit</a:t>
              </a:r>
              <a:r>
                <a:rPr lang="en-GB" sz="1000" dirty="0"/>
                <a:t> </a:t>
              </a:r>
              <a:r>
                <a:rPr lang="en-GB" sz="1000" dirty="0" err="1"/>
                <a:t>atque</a:t>
              </a:r>
              <a:r>
                <a:rPr lang="en-GB" sz="1000" dirty="0"/>
                <a:t> </a:t>
              </a:r>
              <a:r>
                <a:rPr lang="en-GB" sz="1000" dirty="0" err="1"/>
                <a:t>molestiae</a:t>
              </a:r>
              <a:r>
                <a:rPr lang="en-GB" sz="1000" dirty="0"/>
                <a:t> </a:t>
              </a:r>
              <a:r>
                <a:rPr lang="en-GB" sz="1000" dirty="0" err="1"/>
                <a:t>quibusdam</a:t>
              </a:r>
              <a:r>
                <a:rPr lang="en-GB" sz="1000" dirty="0"/>
                <a:t> </a:t>
              </a:r>
              <a:r>
                <a:rPr lang="en-GB" sz="1000" dirty="0" err="1"/>
                <a:t>vero</a:t>
              </a:r>
              <a:r>
                <a:rPr lang="en-GB" sz="1000" dirty="0"/>
                <a:t> nobis alias </a:t>
              </a:r>
              <a:r>
                <a:rPr lang="en-GB" sz="1000" dirty="0" err="1"/>
                <a:t>eos</a:t>
              </a:r>
              <a:r>
                <a:rPr lang="en-GB" sz="1000" dirty="0"/>
                <a:t> est.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GB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GB" sz="1000" dirty="0"/>
            </a:p>
            <a:p>
              <a:endParaRPr lang="en-GB" sz="1000" dirty="0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7971C3-4931-8DAD-38AD-6F6F5ABD85D9}"/>
                    </a:ext>
                  </a:extLst>
                </p14:cNvPr>
                <p14:cNvContentPartPr/>
                <p14:nvPr/>
              </p14:nvContentPartPr>
              <p14:xfrm>
                <a:off x="1261690" y="2794510"/>
                <a:ext cx="749880" cy="246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7971C3-4931-8DAD-38AD-6F6F5ABD85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4050" y="2776510"/>
                  <a:ext cx="785520" cy="2822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5C03F0-687C-F547-D112-C0A1412AA9EB}"/>
                </a:ext>
              </a:extLst>
            </p:cNvPr>
            <p:cNvSpPr txBox="1"/>
            <p:nvPr/>
          </p:nvSpPr>
          <p:spPr>
            <a:xfrm>
              <a:off x="502825" y="2915807"/>
              <a:ext cx="867990" cy="247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10" dirty="0">
                  <a:solidFill>
                    <a:schemeClr val="accent6"/>
                  </a:solidFill>
                </a:rPr>
                <a:t>description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444B87F-C6A7-004F-EE8A-C4939BB46345}"/>
                </a:ext>
              </a:extLst>
            </p:cNvPr>
            <p:cNvSpPr/>
            <p:nvPr/>
          </p:nvSpPr>
          <p:spPr>
            <a:xfrm>
              <a:off x="1812947" y="6557349"/>
              <a:ext cx="1763691" cy="417228"/>
            </a:xfrm>
            <a:prstGeom prst="roundRect">
              <a:avLst>
                <a:gd name="adj" fmla="val 37846"/>
              </a:avLst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816FABA-336D-D8CE-4E26-63B9B181567A}"/>
                </a:ext>
              </a:extLst>
            </p:cNvPr>
            <p:cNvSpPr/>
            <p:nvPr/>
          </p:nvSpPr>
          <p:spPr>
            <a:xfrm>
              <a:off x="1665205" y="7224425"/>
              <a:ext cx="3981069" cy="6075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1D60F44-F2D7-31F5-0457-DC183679031C}"/>
                </a:ext>
              </a:extLst>
            </p:cNvPr>
            <p:cNvSpPr/>
            <p:nvPr/>
          </p:nvSpPr>
          <p:spPr>
            <a:xfrm>
              <a:off x="807955" y="7139841"/>
              <a:ext cx="776668" cy="7766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9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61C1751-CA1D-C500-957F-8263AD2EA782}"/>
                </a:ext>
              </a:extLst>
            </p:cNvPr>
            <p:cNvSpPr txBox="1"/>
            <p:nvPr/>
          </p:nvSpPr>
          <p:spPr>
            <a:xfrm>
              <a:off x="1733785" y="7224425"/>
              <a:ext cx="2468880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13" dirty="0">
                  <a:solidFill>
                    <a:schemeClr val="bg1"/>
                  </a:solidFill>
                </a:rPr>
                <a:t>Staff name 4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F510743-4B3A-9522-A1D8-EFAA1BF7986F}"/>
                </a:ext>
              </a:extLst>
            </p:cNvPr>
            <p:cNvSpPr/>
            <p:nvPr/>
          </p:nvSpPr>
          <p:spPr>
            <a:xfrm>
              <a:off x="1733785" y="7506034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3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C37AAAD-4227-0AA8-1451-CE5398CFEFC2}"/>
                </a:ext>
              </a:extLst>
            </p:cNvPr>
            <p:cNvSpPr/>
            <p:nvPr/>
          </p:nvSpPr>
          <p:spPr>
            <a:xfrm>
              <a:off x="2872213" y="7506034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2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B9F3A9B-67EB-C717-0563-8F64B9B4EC39}"/>
                </a:ext>
              </a:extLst>
            </p:cNvPr>
            <p:cNvSpPr/>
            <p:nvPr/>
          </p:nvSpPr>
          <p:spPr>
            <a:xfrm>
              <a:off x="4022642" y="7506034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7F7DC5-70EA-6C6A-6199-2D672C15D088}"/>
                </a:ext>
              </a:extLst>
            </p:cNvPr>
            <p:cNvSpPr txBox="1"/>
            <p:nvPr/>
          </p:nvSpPr>
          <p:spPr>
            <a:xfrm>
              <a:off x="5154540" y="7622608"/>
              <a:ext cx="532518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75" dirty="0">
                  <a:solidFill>
                    <a:schemeClr val="bg1"/>
                  </a:solidFill>
                </a:rPr>
                <a:t>Email me</a:t>
              </a:r>
            </a:p>
          </p:txBody>
        </p:sp>
        <p:pic>
          <p:nvPicPr>
            <p:cNvPr id="36" name="Graphic 35" descr="Expressionless face with solid fill with solid fill">
              <a:extLst>
                <a:ext uri="{FF2B5EF4-FFF2-40B4-BE49-F238E27FC236}">
                  <a16:creationId xmlns:a16="http://schemas.microsoft.com/office/drawing/2014/main" id="{FD10BC29-80F7-DC23-42DB-3F0059761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27970" y="7271000"/>
              <a:ext cx="514350" cy="51435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334FE9-8EDC-E27B-F4D2-93DD51813F3B}"/>
              </a:ext>
            </a:extLst>
          </p:cNvPr>
          <p:cNvGrpSpPr/>
          <p:nvPr/>
        </p:nvGrpSpPr>
        <p:grpSpPr>
          <a:xfrm>
            <a:off x="731755" y="605492"/>
            <a:ext cx="4879103" cy="776669"/>
            <a:chOff x="989448" y="1557814"/>
            <a:chExt cx="4879103" cy="77666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763AD6C-8147-14AB-C9BE-BB95EF8D00FE}"/>
                </a:ext>
              </a:extLst>
            </p:cNvPr>
            <p:cNvSpPr/>
            <p:nvPr/>
          </p:nvSpPr>
          <p:spPr>
            <a:xfrm>
              <a:off x="1846698" y="1642398"/>
              <a:ext cx="3981069" cy="6075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57E614E-1E8E-0395-8936-3126FD82F171}"/>
                </a:ext>
              </a:extLst>
            </p:cNvPr>
            <p:cNvSpPr/>
            <p:nvPr/>
          </p:nvSpPr>
          <p:spPr>
            <a:xfrm>
              <a:off x="989448" y="1557814"/>
              <a:ext cx="776668" cy="7766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9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77D559B-25F8-85B3-28F7-2541FD747964}"/>
                </a:ext>
              </a:extLst>
            </p:cNvPr>
            <p:cNvSpPr txBox="1"/>
            <p:nvPr/>
          </p:nvSpPr>
          <p:spPr>
            <a:xfrm>
              <a:off x="1915278" y="1642398"/>
              <a:ext cx="2468880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13" dirty="0">
                  <a:solidFill>
                    <a:schemeClr val="bg1"/>
                  </a:solidFill>
                </a:rPr>
                <a:t>Staff name 1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3ED5DDD-A16E-D722-5AEA-91F7B4CA2BF6}"/>
                </a:ext>
              </a:extLst>
            </p:cNvPr>
            <p:cNvSpPr/>
            <p:nvPr/>
          </p:nvSpPr>
          <p:spPr>
            <a:xfrm>
              <a:off x="1915278" y="192400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1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F5E41DF-5B90-08B5-E360-76DD4DC54AD7}"/>
                </a:ext>
              </a:extLst>
            </p:cNvPr>
            <p:cNvSpPr/>
            <p:nvPr/>
          </p:nvSpPr>
          <p:spPr>
            <a:xfrm>
              <a:off x="3053706" y="192400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2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FC2F962E-9CB0-1A8A-4F39-BC71555714B4}"/>
                </a:ext>
              </a:extLst>
            </p:cNvPr>
            <p:cNvSpPr/>
            <p:nvPr/>
          </p:nvSpPr>
          <p:spPr>
            <a:xfrm>
              <a:off x="4204135" y="1924007"/>
              <a:ext cx="1069848" cy="2520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dirty="0"/>
                <a:t>Keyword 4</a:t>
              </a:r>
            </a:p>
          </p:txBody>
        </p:sp>
        <p:pic>
          <p:nvPicPr>
            <p:cNvPr id="45" name="Graphic 44" descr="Envelope with solid fill">
              <a:extLst>
                <a:ext uri="{FF2B5EF4-FFF2-40B4-BE49-F238E27FC236}">
                  <a16:creationId xmlns:a16="http://schemas.microsoft.com/office/drawing/2014/main" id="{131E536B-3774-4FBB-F130-47F682DA9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65709" y="1749409"/>
              <a:ext cx="393478" cy="393478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E8059EF-789F-B5A7-EBB3-9415E50477B6}"/>
                </a:ext>
              </a:extLst>
            </p:cNvPr>
            <p:cNvSpPr txBox="1"/>
            <p:nvPr/>
          </p:nvSpPr>
          <p:spPr>
            <a:xfrm>
              <a:off x="5336033" y="2040581"/>
              <a:ext cx="532518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75" dirty="0">
                  <a:solidFill>
                    <a:schemeClr val="bg1"/>
                  </a:solidFill>
                </a:rPr>
                <a:t>Email me</a:t>
              </a:r>
            </a:p>
          </p:txBody>
        </p:sp>
        <p:pic>
          <p:nvPicPr>
            <p:cNvPr id="47" name="Graphic 46" descr="Drool face with solid fill with solid fill">
              <a:extLst>
                <a:ext uri="{FF2B5EF4-FFF2-40B4-BE49-F238E27FC236}">
                  <a16:creationId xmlns:a16="http://schemas.microsoft.com/office/drawing/2014/main" id="{9E157504-C1BF-75B6-F5E0-348EEC951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25751" y="1688973"/>
              <a:ext cx="514350" cy="514350"/>
            </a:xfrm>
            <a:prstGeom prst="rect">
              <a:avLst/>
            </a:prstGeom>
          </p:spPr>
        </p:pic>
      </p:grpSp>
      <p:pic>
        <p:nvPicPr>
          <p:cNvPr id="48" name="Graphic 47" descr="Expressionless face with solid fill with solid fill">
            <a:extLst>
              <a:ext uri="{FF2B5EF4-FFF2-40B4-BE49-F238E27FC236}">
                <a16:creationId xmlns:a16="http://schemas.microsoft.com/office/drawing/2014/main" id="{845BFD0D-B0E9-2988-6B39-7A9621E4E0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344" y="1672500"/>
            <a:ext cx="514350" cy="514350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1F581B4-856D-95C0-DD2B-93657423D1CE}"/>
              </a:ext>
            </a:extLst>
          </p:cNvPr>
          <p:cNvSpPr/>
          <p:nvPr/>
        </p:nvSpPr>
        <p:spPr>
          <a:xfrm>
            <a:off x="3656960" y="7293949"/>
            <a:ext cx="1763691" cy="417228"/>
          </a:xfrm>
          <a:prstGeom prst="roundRect">
            <a:avLst>
              <a:gd name="adj" fmla="val 37846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13" dirty="0">
                <a:solidFill>
                  <a:sysClr val="windowText" lastClr="000000"/>
                </a:solidFill>
              </a:rPr>
              <a:t>Sign up</a:t>
            </a:r>
          </a:p>
        </p:txBody>
      </p:sp>
      <p:pic>
        <p:nvPicPr>
          <p:cNvPr id="53" name="Graphic 52" descr="Envelope with solid fill">
            <a:extLst>
              <a:ext uri="{FF2B5EF4-FFF2-40B4-BE49-F238E27FC236}">
                <a16:creationId xmlns:a16="http://schemas.microsoft.com/office/drawing/2014/main" id="{43E7A146-BA43-E968-DE2C-23E87BFF7E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61916" y="7313662"/>
            <a:ext cx="404086" cy="40408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0D198E1-EFD7-E20F-5D11-08669FDB9754}"/>
              </a:ext>
            </a:extLst>
          </p:cNvPr>
          <p:cNvSpPr txBox="1"/>
          <p:nvPr/>
        </p:nvSpPr>
        <p:spPr>
          <a:xfrm>
            <a:off x="2067361" y="7371599"/>
            <a:ext cx="15157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Questions? Email me</a:t>
            </a:r>
          </a:p>
        </p:txBody>
      </p:sp>
      <p:pic>
        <p:nvPicPr>
          <p:cNvPr id="56" name="Graphic 55" descr="Thumbs up sign with solid fill">
            <a:extLst>
              <a:ext uri="{FF2B5EF4-FFF2-40B4-BE49-F238E27FC236}">
                <a16:creationId xmlns:a16="http://schemas.microsoft.com/office/drawing/2014/main" id="{8ED35306-CFA5-B92D-53AE-BDD819B3F0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0301" y="7344609"/>
            <a:ext cx="288600" cy="2886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70D572F3-89B6-3895-4261-B6423902C851}"/>
              </a:ext>
            </a:extLst>
          </p:cNvPr>
          <p:cNvGrpSpPr/>
          <p:nvPr/>
        </p:nvGrpSpPr>
        <p:grpSpPr>
          <a:xfrm>
            <a:off x="791500" y="134625"/>
            <a:ext cx="4786884" cy="376479"/>
            <a:chOff x="1040883" y="1048607"/>
            <a:chExt cx="4786884" cy="376479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4BE92099-7CE8-CEE8-65DF-22777F709334}"/>
                </a:ext>
              </a:extLst>
            </p:cNvPr>
            <p:cNvSpPr/>
            <p:nvPr/>
          </p:nvSpPr>
          <p:spPr>
            <a:xfrm>
              <a:off x="1040883" y="1048607"/>
              <a:ext cx="4786884" cy="37647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13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7EAFEA48-CACE-D3A6-7BA4-8AC71773CED3}"/>
                </a:ext>
              </a:extLst>
            </p:cNvPr>
            <p:cNvSpPr/>
            <p:nvPr/>
          </p:nvSpPr>
          <p:spPr>
            <a:xfrm>
              <a:off x="1125751" y="1142334"/>
              <a:ext cx="2152555" cy="1890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13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search…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8177723-02D3-10FB-4C4D-5EAA8F48522B}"/>
                </a:ext>
              </a:extLst>
            </p:cNvPr>
            <p:cNvSpPr/>
            <p:nvPr/>
          </p:nvSpPr>
          <p:spPr>
            <a:xfrm>
              <a:off x="3363173" y="1135332"/>
              <a:ext cx="2050542" cy="1890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013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filter…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72E32241-4C29-4FFA-0562-F01B7B68D5AC}"/>
                </a:ext>
              </a:extLst>
            </p:cNvPr>
            <p:cNvSpPr/>
            <p:nvPr/>
          </p:nvSpPr>
          <p:spPr>
            <a:xfrm>
              <a:off x="5459578" y="1149337"/>
              <a:ext cx="205740" cy="17502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13" b="1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132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365</Words>
  <Application>Microsoft Office PowerPoint</Application>
  <PresentationFormat>A4 Paper (210x297 mm)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wynne</dc:creator>
  <cp:lastModifiedBy>caspar wynne</cp:lastModifiedBy>
  <cp:revision>1</cp:revision>
  <dcterms:created xsi:type="dcterms:W3CDTF">2025-12-04T11:23:34Z</dcterms:created>
  <dcterms:modified xsi:type="dcterms:W3CDTF">2025-12-04T12:11:22Z</dcterms:modified>
</cp:coreProperties>
</file>